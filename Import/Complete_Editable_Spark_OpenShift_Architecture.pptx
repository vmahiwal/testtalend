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(10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Spark Batch Processing on Red Hat OpenShift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731520"/>
            <a:ext cx="1371600" cy="411480"/>
          </a:xfrm>
          <a:prstGeom prst="round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1. Job Scheduling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731520"/>
            <a:ext cx="1097280" cy="411480"/>
          </a:xfrm>
          <a:prstGeom prst="roundRect">
            <a:avLst/>
          </a:prstGeom>
          <a:solidFill>
            <a:srgbClr val="00994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2.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731520"/>
            <a:ext cx="1280160" cy="411480"/>
          </a:xfrm>
          <a:prstGeom prst="roundRect">
            <a:avLst/>
          </a:prstGeom>
          <a:solidFill>
            <a:srgbClr val="663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3. Submission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731520"/>
            <a:ext cx="3657600" cy="411480"/>
          </a:xfrm>
          <a:prstGeom prst="roundRect">
            <a:avLst/>
          </a:prstGeom>
          <a:solidFill>
            <a:srgbClr val="CC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4. OpenShift Cluster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731520"/>
            <a:ext cx="1371600" cy="41148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5. Data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731520"/>
            <a:ext cx="1097280" cy="411480"/>
          </a:xfrm>
          <a:prstGeom prst="roundRect">
            <a:avLst/>
          </a:prstGeom>
          <a:solidFill>
            <a:srgbClr val="00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6.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371600"/>
            <a:ext cx="1188720" cy="91440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AutoSys</a:t>
            </a:r>
          </a:p>
          <a:p>
            <a:r>
              <a:t>Scheduler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371600"/>
            <a:ext cx="1005840" cy="91440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Vault /</a:t>
            </a:r>
          </a:p>
          <a:p>
            <a:r>
              <a:t>CyberArk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371600"/>
            <a:ext cx="1188720" cy="914400"/>
          </a:xfrm>
          <a:prstGeom prst="roundRect">
            <a:avLst/>
          </a:prstGeom>
          <a:solidFill>
            <a:srgbClr val="9B59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spark-submit</a:t>
            </a:r>
          </a:p>
          <a:p>
            <a:r>
              <a:t>or</a:t>
            </a:r>
          </a:p>
          <a:p>
            <a:r>
              <a:t>SparkApplication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188720"/>
            <a:ext cx="3840480" cy="4389120"/>
          </a:xfrm>
          <a:prstGeom prst="rect">
            <a:avLst/>
          </a:prstGeom>
          <a:noFill/>
          <a:ln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Red Hat OpenShift Platform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645920"/>
            <a:ext cx="2926080" cy="4572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Kubernetes Control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2377440"/>
            <a:ext cx="2194560" cy="548640"/>
          </a:xfrm>
          <a:prstGeom prst="roundRect">
            <a:avLst/>
          </a:prstGeom>
          <a:solidFill>
            <a:srgbClr val="FF333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Spark Operator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200400"/>
            <a:ext cx="2194560" cy="54864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Driver Pod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20624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Executor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420624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Executor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20624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Executor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554480"/>
            <a:ext cx="1005840" cy="457200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2286000"/>
            <a:ext cx="1005840" cy="457200"/>
          </a:xfrm>
          <a:prstGeom prst="round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Oracle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3017520"/>
            <a:ext cx="1005840" cy="548640"/>
          </a:xfrm>
          <a:prstGeom prst="round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Object</a:t>
            </a:r>
          </a:p>
          <a:p>
            <a:r>
              <a:t>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1554480"/>
            <a:ext cx="822960" cy="457200"/>
          </a:xfrm>
          <a:prstGeom prst="roundRect">
            <a:avLst/>
          </a:prstGeom>
          <a:solidFill>
            <a:srgbClr val="FF66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Prometheus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2286000"/>
            <a:ext cx="822960" cy="457200"/>
          </a:xfrm>
          <a:prstGeom prst="roundRect">
            <a:avLst/>
          </a:prstGeom>
          <a:solidFill>
            <a:srgbClr val="FF99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Grafana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017520"/>
            <a:ext cx="822960" cy="54864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ELK /</a:t>
            </a:r>
          </a:p>
          <a:p>
            <a:r>
              <a:t>Splunk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760720"/>
            <a:ext cx="10241280" cy="365760"/>
          </a:xfrm>
          <a:prstGeom prst="roundRect">
            <a:avLst/>
          </a:prstGeom>
          <a:solidFill>
            <a:srgbClr val="4F81B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CI/CD Pipeline - Build &amp; Deploy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40080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800" y="640080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640080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Docker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640080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Scan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40080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Registry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640080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6400800"/>
            <a:ext cx="91440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Env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